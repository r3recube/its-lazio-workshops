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600" b="1">
                <a:solidFill>
                  <a:srgbClr val="000000"/>
                </a:solidFill>
                <a:latin typeface="Inter"/>
              </a:rPr>
              <a:t>Deploy a Spring Boot Application on AWS EC2 with Ansible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Inter"/>
              </a:rPr>
              <a:t>Lo studente automatizza, tramite playbook Ansible, l'intero ciclo di provisioning di un'istanza EC2 su AWS e il deploy di un'applicazione Spring Boot eseguita come servizio systemd.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91440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Durata stimata: 90 minuti  ·  Pre-lab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Inter"/>
              </a:rPr>
              <a:t>Cosa imparerai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PARTE 1 — FONDAMENTI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4864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Strutturare un progetto Ansible con ansible.cfg, inventory, playbook e ruoli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Provisionare un Security Group e un'istanza EC2 con i moduli amazon.aws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Usare il plugin di inventory dinamico aws_ec2 per scoprire host taggati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PARTE 2 — APPLICAZIONE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4864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Scrivere un role idempotente che installa la toolchain Java, clona un'app Spring Boot, la compila con Maven e la avvia come servizio systemd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Verificare end-to-end il deploy con curl sulla porta esposta dall'app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4846320"/>
          </a:xfrm>
          <a:prstGeom prst="rect">
            <a:avLst/>
          </a:prstGeom>
          <a:solidFill>
            <a:srgbClr val="02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EBB700"/>
                </a:solidFill>
                <a:latin typeface="Inter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38912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Lo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46888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Inter"/>
              </a:rPr>
              <a:t>Automazione del deploy di applicazioni JVM su infrastruttura cloud AWS tramite Infrastructure as Code.
Lo studente automatizza, tramite playbook Ansible, l'intero ciclo di provisioning di un'istanza EC2 su AWS e il deploy di un'applicazione Spring Boot eseguita come servizio systemd.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ARCHITETTURA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Architettura di riferimento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Inter"/>
              </a:rPr>
              <a:t>Il lab segue un'architettura a due play: la prima gira su localhost e interagisce con le API AWS tramite la collection amazon.aws per creare Security Group e istanza EC2; la seconda gira sull'istanza EC2 appena creata, raggiunta via SSH, e applica il role springboot che installa la toolchain, clona il sorgente da GitHub, lo builda con Maven e avvia l'applicazione come servizio systemd. Il plugin di inventory dinamico aws_ec2 e il modulo add_host collegano i due layer senza file intermedi.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Control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AWS Security Group (ansible-lab-sg)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AWS EC2 Instance (t3.micro, Amazon Linux 2023)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Control node → AWS API (HTTPS/boto3): crea Security Group con regole ingress ristrette al CIDR del control node  →  Control node → AWS SSM (HTTPS): risolve AMI ID di Amazon Linux 2023 per la region target  →  Control node → AWS API (HTTPS/boto3): lancia istanza EC2 t3.micro con il Security Group creato e attende SSH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4846320"/>
          </a:xfrm>
          <a:prstGeom prst="rect">
            <a:avLst/>
          </a:prstGeom>
          <a:solidFill>
            <a:srgbClr val="02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EBB700"/>
                </a:solidFill>
                <a:latin typeface="Inter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38912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Concetti chiave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46888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Inter"/>
              </a:rPr>
              <a:t>I principi e i pattern che il lab introduce — capire questi rende il resto fluido.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Idempotenza del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Proprietà per cui eseguire lo stesso playbook più volte produce sempre lo stesso stato finale senza effetti collaterali su risorse già configurate.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L'idempotenza trasforma il playbook da script di deploy one-shot a meccanismo di convergenza: può essere rieseguito in sicurezza per riportare uno stato drifted alla configurazione attesa. Il lab mostra come ottenerla (changed_when: git_clone.changed) e come verificarla empiricamente tramite un secondo run che deve riportare changed=0 sulla play di deploy.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Ansible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Unità modulare e riusabile di task, defaults, handlers e file che incapsula una funzione di configurazione specifica, indipendentemente dal contesto di deploy.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I role permettono di estrarre la logica di configurazione dell'applicazione dal playbook di provisioning, rendendola riusabile su diversi provider cloud o ambienti. Sono il principale meccanismo di condivisione su Ansible Galaxy e il confine naturale per il test isolato delle funzioni di configurazione, separato dalla logica di orchestrazione.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Ansible Project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Struttura di directory standard Ansible che separa ansible.cfg, inventory/, playbooks/ e roles/ per favorire il riuso e il versionamento indipendente dei componenti.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La separazione tra inventory, playbook e role consente di versionare e riusare i role tra progetti diversi senza duplicazioni. Un progetto Ansible non strutturato accumula debito tecnico non appena si aggiunge un secondo target o un secondo ambiente. La convenzione è riconosciuta da Ansible Galaxy e dai tool di CI/CD che assumono questa gerarchia.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PRE-REQUISITI E NUOVE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Da dove parti, dove arrivi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949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Inter"/>
              </a:rPr>
              <a:t>COSA DEVI GIÀ SAPERE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9377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YAML: indentazione significativa, liste e mapping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Concetto base di idempotenza in Ansible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Modello AWS di base: Region, VPC default, Security Group, Key Pair, EC2, AMI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Spring Boot produce un fat JAR eseguibile con java -jar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Ansible installato localmente (ansible-core &gt;=2.16)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Python 3.9+ sul control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560320"/>
            <a:ext cx="5303520" cy="365760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COSA SAPRAI FARE AL TERMINE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84632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Strutturare un progetto Ansible multi-componente (ansible.cfg, inventory, playbooks, roles) secondo le convenzioni standard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Configurare e usare il plugin di inventory dinamico amazon.aws.aws_ec2 per scoprire istanze EC2 tramite tag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Provisionare Security Group EC2 con regole ingress ristrette al CIDR del control node tramite Ansible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Lanciare istanze EC2 con AMI risolto dinamicamente via SSM Parameter Store e attendere la disponibilità SSH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Scrivere un Ansible role con defaults, tasks e handlers rispettando il principio di idempotenza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Usare Ansible Handlers e meta: flush_handlers per gestire daemon_reload systemd in modo idempotente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ROADMAP DEL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I task che faremo, in ordine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01  </a:t>
            </a:r>
            <a:r>
              <a:rPr sz="1300" b="1">
                <a:solidFill>
                  <a:srgbClr val="000000"/>
                </a:solidFill>
                <a:latin typeface="Inter"/>
              </a:rPr>
              <a:t>Scaffolding del progetto e configurazione Ansible</a:t>
            </a:r>
            <a:r>
              <a:rPr sz="1100">
                <a:solidFill>
                  <a:srgbClr val="666666"/>
                </a:solidFill>
                <a:latin typeface="Inter"/>
              </a:rPr>
              <a:t>    ~15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02  </a:t>
            </a:r>
            <a:r>
              <a:rPr sz="1300" b="1">
                <a:solidFill>
                  <a:srgbClr val="000000"/>
                </a:solidFill>
                <a:latin typeface="Inter"/>
              </a:rPr>
              <a:t>Inventory dinamico tramite plugin aws_ec2</a:t>
            </a:r>
            <a:r>
              <a:rPr sz="1100">
                <a:solidFill>
                  <a:srgbClr val="666666"/>
                </a:solidFill>
                <a:latin typeface="Inter"/>
              </a:rPr>
              <a:t>    ~10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03  </a:t>
            </a:r>
            <a:r>
              <a:rPr sz="1300" b="1">
                <a:solidFill>
                  <a:srgbClr val="000000"/>
                </a:solidFill>
                <a:latin typeface="Inter"/>
              </a:rPr>
              <a:t>Provisioning del Security Group</a:t>
            </a:r>
            <a:r>
              <a:rPr sz="1100">
                <a:solidFill>
                  <a:srgbClr val="666666"/>
                </a:solidFill>
                <a:latin typeface="Inter"/>
              </a:rPr>
              <a:t>    ~10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04  </a:t>
            </a:r>
            <a:r>
              <a:rPr sz="1300" b="1">
                <a:solidFill>
                  <a:srgbClr val="000000"/>
                </a:solidFill>
                <a:latin typeface="Inter"/>
              </a:rPr>
              <a:t>Playbook di provisioning EC2</a:t>
            </a:r>
            <a:r>
              <a:rPr sz="1100">
                <a:solidFill>
                  <a:srgbClr val="666666"/>
                </a:solidFill>
                <a:latin typeface="Inter"/>
              </a:rPr>
              <a:t>    ~15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05  </a:t>
            </a:r>
            <a:r>
              <a:rPr sz="1300" b="1">
                <a:solidFill>
                  <a:srgbClr val="000000"/>
                </a:solidFill>
                <a:latin typeface="Inter"/>
              </a:rPr>
              <a:t>Role springboot: installa toolchain, clona, builda, avvia</a:t>
            </a:r>
            <a:r>
              <a:rPr sz="1100">
                <a:solidFill>
                  <a:srgbClr val="666666"/>
                </a:solidFill>
                <a:latin typeface="Inter"/>
              </a:rPr>
              <a:t>    ~20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06  </a:t>
            </a:r>
            <a:r>
              <a:rPr sz="1300" b="1">
                <a:solidFill>
                  <a:srgbClr val="000000"/>
                </a:solidFill>
                <a:latin typeface="Inter"/>
              </a:rPr>
              <a:t>Esecuzione end-to-end e verifica HTTP</a:t>
            </a:r>
            <a:r>
              <a:rPr sz="1100">
                <a:solidFill>
                  <a:srgbClr val="666666"/>
                </a:solidFill>
                <a:latin typeface="Inter"/>
              </a:rPr>
              <a:t>    ~20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800" b="1">
                <a:solidFill>
                  <a:srgbClr val="026172"/>
                </a:solidFill>
                <a:latin typeface="Inter"/>
              </a:rPr>
              <a:t>Domande prima di iniziare?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